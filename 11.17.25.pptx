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77"/>
    <p:restoredTop sz="94173"/>
  </p:normalViewPr>
  <p:slideViewPr>
    <p:cSldViewPr snapToGrid="0">
      <p:cViewPr varScale="1">
        <p:scale>
          <a:sx n="82" d="100"/>
          <a:sy n="82" d="100"/>
        </p:scale>
        <p:origin x="17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C42C-0A5E-48DF-D60C-071257B9A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5880F-81F4-191E-F343-2CAC59FEE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C6D47-F891-A8F4-C072-87DCEB25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9B62-C0F1-B407-F84D-1CF8F9CF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8F540-2DEE-00FB-C0D2-B72CB3E2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8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8BC2-0261-5BC7-1A70-B8FE4F7E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0818E-35AA-A6DF-2042-D4868862C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9CEAD-9BF0-C5D1-17C9-2F2C14CD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D53B-53B5-92BA-458B-B216249F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7EDB9-FD74-14D2-FD14-C6EB7529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2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2296-AC2C-3793-25FC-891CE00A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C4E86-5630-26E1-9541-9BC98D7B0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26213-3FE1-CC7B-EFAE-9D24FDB00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CA68-E52F-5CF8-ADAF-98468E35E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6EA46-329D-DDF9-71C8-9D223DE6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4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8E04-E66F-8A97-F53D-EC490CAC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5272-C0CE-46B8-1425-99ACA0B92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52CFB-3B8B-DEAF-7608-16E20A3C5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573AF-564E-32A1-69B3-F26BAD71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9994D-0C60-B4E6-18F5-295EB567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3F3BB-8CEC-8052-CE93-ED638DE6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8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D5ED4-5D59-D30C-D035-7845490E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46220-9595-AF5E-5328-F6597898A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3F0EE-4490-26EE-6E39-5781F4405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4CFFC-4038-4A08-120F-46762CA7A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E241C-2FDD-7AB5-41EC-F3F83F09A0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A85CDD-29CC-E877-C268-0172E76E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9AD53-F656-DB12-AA85-3AE0D831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8F3065-D9D1-002F-8DE2-3FC8B844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2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3501-453D-3F1E-89B3-A036A11C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308C4-0AD7-EF79-C099-7058460B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E6F97-BF24-FB9D-D344-45407C2A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68B80-5027-542C-A117-6F249D2B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6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8656B0-7812-1E32-0D3F-53A12B3C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38487-1E68-02E5-6CA8-7EA4D872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966B7-9ABF-C3F9-2247-E3E1E38F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6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1E73-5E38-564D-0CFF-A9B83C2A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769D3-E982-AB56-D705-DD62BC62F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C1C95-D4A9-71AB-F40C-BEE973BF7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D07D9-1382-72FA-487A-62D687D2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5225E-8B40-B6C9-4622-3FA375BE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42355-CAF5-97C8-74B9-041A2583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5122-B467-89EF-0405-9D74DC16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49B50-7001-AA5D-2881-BE9D377996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72C2D-074F-71DB-3545-A86AA6EFC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4D4D1-A783-DC4D-1A5E-5928BC48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8FEEF-F282-4B07-C726-DD13889F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F3379-71F4-3620-2B90-635D4EE3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4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66D7-D95D-8223-8929-752F1AEE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AA3D8-1102-AE85-4E1A-43A95EE72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6BBAB-90FD-12E6-1C64-55181DAD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FF863-41F5-8F9E-61AE-F43AE9A2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92AA5-71AA-24C4-6774-9B6ED25B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4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25F1B-E311-5ECD-4DED-CF605EEC2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040A-2F34-23BB-38D6-12FC9EF35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A0752-7B47-5B6B-647F-BEED8A28F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BE855-312D-61C7-1B20-21788F89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6E4AB-5D9C-3E8F-5C2E-0F76A23D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5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5F7BD-0FB0-750F-2B65-9E24CFC4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04D36-EC94-D668-3927-AA383BF6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571E-08AA-4196-1ACB-D974EDE2F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02C25-6290-FD44-AF51-4B46CC6DE14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DBF2-6EEC-ED03-DA2C-F5B66CF7F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4A74B-C1B7-C034-1A3E-094B12551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CFADA-032D-0C46-AF75-7B93ADB58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3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FF59A-6E20-A953-8ABC-ED95BF312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of Nov 17 2025</a:t>
            </a:r>
          </a:p>
        </p:txBody>
      </p:sp>
    </p:spTree>
    <p:extLst>
      <p:ext uri="{BB962C8B-B14F-4D97-AF65-F5344CB8AC3E}">
        <p14:creationId xmlns:p14="http://schemas.microsoft.com/office/powerpoint/2010/main" val="1416338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78D4-6D27-16B2-0DFF-EBB8211B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278F-C519-18AF-98A0-92F291FA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492"/>
            <a:ext cx="10515600" cy="5139471"/>
          </a:xfrm>
        </p:spPr>
        <p:txBody>
          <a:bodyPr/>
          <a:lstStyle/>
          <a:p>
            <a:r>
              <a:rPr lang="en-US" dirty="0"/>
              <a:t>Submit NACC Request</a:t>
            </a:r>
          </a:p>
          <a:p>
            <a:r>
              <a:rPr lang="en-US" dirty="0"/>
              <a:t>Complete manuscript draft, including…</a:t>
            </a:r>
          </a:p>
          <a:p>
            <a:pPr lvl="1"/>
            <a:r>
              <a:rPr lang="en-US" dirty="0"/>
              <a:t>Updated Figure 1 Study Flowchart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GSAMixer</a:t>
            </a:r>
            <a:r>
              <a:rPr lang="en-US" dirty="0"/>
              <a:t> and Pascal results</a:t>
            </a:r>
          </a:p>
          <a:p>
            <a:pPr lvl="1"/>
            <a:r>
              <a:rPr lang="en-US" dirty="0"/>
              <a:t>Edit methods and results to reflect new findings (and final GWAS traits)</a:t>
            </a:r>
          </a:p>
          <a:p>
            <a:pPr lvl="1"/>
            <a:r>
              <a:rPr lang="en-US" dirty="0"/>
              <a:t>Write Introduction</a:t>
            </a:r>
          </a:p>
          <a:p>
            <a:pPr lvl="1"/>
            <a:r>
              <a:rPr lang="en-US" dirty="0"/>
              <a:t>Write Discussion</a:t>
            </a:r>
          </a:p>
          <a:p>
            <a:pPr lvl="1"/>
            <a:r>
              <a:rPr lang="en-US" dirty="0"/>
              <a:t>Add new figure showing correlation of pathway ranks before and after calibration</a:t>
            </a:r>
          </a:p>
        </p:txBody>
      </p:sp>
    </p:spTree>
    <p:extLst>
      <p:ext uri="{BB962C8B-B14F-4D97-AF65-F5344CB8AC3E}">
        <p14:creationId xmlns:p14="http://schemas.microsoft.com/office/powerpoint/2010/main" val="2664638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4C62C-FE76-3C63-EE3B-A0BFC423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908"/>
            <a:ext cx="10515600" cy="5157055"/>
          </a:xfrm>
        </p:spPr>
        <p:txBody>
          <a:bodyPr/>
          <a:lstStyle/>
          <a:p>
            <a:r>
              <a:rPr lang="en-US" dirty="0"/>
              <a:t>Out sick</a:t>
            </a:r>
          </a:p>
          <a:p>
            <a:r>
              <a:rPr lang="en-US" dirty="0" err="1"/>
              <a:t>PascalX</a:t>
            </a:r>
            <a:r>
              <a:rPr lang="en-US" dirty="0"/>
              <a:t> ran with null output for two traits (SCZ, BMI)</a:t>
            </a:r>
          </a:p>
          <a:p>
            <a:pPr lvl="1"/>
            <a:r>
              <a:rPr lang="en-US" dirty="0"/>
              <a:t>Reran with code edit to exclude A1/A2 alleles (not included in calculation anyway)</a:t>
            </a:r>
          </a:p>
          <a:p>
            <a:r>
              <a:rPr lang="en-US" dirty="0"/>
              <a:t>Updated Fig 1 flowchart</a:t>
            </a:r>
          </a:p>
          <a:p>
            <a:r>
              <a:rPr lang="en-US" dirty="0"/>
              <a:t>Added Pascal results to Fig 2 FPR calculation</a:t>
            </a:r>
          </a:p>
          <a:p>
            <a:r>
              <a:rPr lang="en-US" dirty="0"/>
              <a:t>Wrote introduction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20CF82-9A26-5ACB-23A2-1E07CC9685FC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372206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C9EDCD-4199-577F-E989-B17E8E7C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69" y="709492"/>
            <a:ext cx="5596730" cy="5725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A21BA6-86EC-D0D6-40D8-62C0944870C2}"/>
              </a:ext>
            </a:extLst>
          </p:cNvPr>
          <p:cNvSpPr txBox="1"/>
          <p:nvPr/>
        </p:nvSpPr>
        <p:spPr>
          <a:xfrm>
            <a:off x="172892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Updated Fig 1 flowchart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CC227-E718-96E9-A208-9E038A727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55" y="1495327"/>
            <a:ext cx="4306046" cy="440541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30D817-18AC-12B8-BABC-AEEC04621C60}"/>
              </a:ext>
            </a:extLst>
          </p:cNvPr>
          <p:cNvCxnSpPr/>
          <p:nvPr/>
        </p:nvCxnSpPr>
        <p:spPr>
          <a:xfrm>
            <a:off x="5052447" y="3429000"/>
            <a:ext cx="10435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6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B387E2-CF20-15FD-9AD1-1C7784C69C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9" t="5936" r="12142" b="17805"/>
          <a:stretch/>
        </p:blipFill>
        <p:spPr bwMode="auto">
          <a:xfrm>
            <a:off x="3909105" y="365125"/>
            <a:ext cx="7444695" cy="59629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39C151-7369-D032-6368-B36632D72A11}"/>
              </a:ext>
            </a:extLst>
          </p:cNvPr>
          <p:cNvSpPr txBox="1"/>
          <p:nvPr/>
        </p:nvSpPr>
        <p:spPr>
          <a:xfrm>
            <a:off x="544286" y="3490447"/>
            <a:ext cx="2939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Added Pascal results to Fig 2 FPR calculation</a:t>
            </a:r>
          </a:p>
        </p:txBody>
      </p:sp>
    </p:spTree>
    <p:extLst>
      <p:ext uri="{BB962C8B-B14F-4D97-AF65-F5344CB8AC3E}">
        <p14:creationId xmlns:p14="http://schemas.microsoft.com/office/powerpoint/2010/main" val="802873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114</Words>
  <Application>Microsoft Macintosh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Week of Nov 17 2025</vt:lpstr>
      <vt:lpstr>Goals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Cote, Alanna</dc:creator>
  <cp:lastModifiedBy>Cote, Alanna</cp:lastModifiedBy>
  <cp:revision>9</cp:revision>
  <dcterms:created xsi:type="dcterms:W3CDTF">2025-11-20T17:45:35Z</dcterms:created>
  <dcterms:modified xsi:type="dcterms:W3CDTF">2025-11-20T18:13:56Z</dcterms:modified>
</cp:coreProperties>
</file>